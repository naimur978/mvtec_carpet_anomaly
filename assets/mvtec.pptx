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401" r:id="rId3"/>
    <p:sldId id="405" r:id="rId4"/>
    <p:sldId id="402" r:id="rId5"/>
    <p:sldId id="403" r:id="rId6"/>
    <p:sldId id="40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64"/>
    <p:restoredTop sz="95603"/>
  </p:normalViewPr>
  <p:slideViewPr>
    <p:cSldViewPr snapToGrid="0">
      <p:cViewPr varScale="1">
        <p:scale>
          <a:sx n="160" d="100"/>
          <a:sy n="160" d="100"/>
        </p:scale>
        <p:origin x="8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B6A71-D28F-9746-8DE9-3C29F01524E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D5BB8-E430-EF43-98EA-75039460E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3ce5aca0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3ce5aca08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00B14891-F273-787E-293A-C68B2438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3e4d6d70bd_0_295:notes">
            <a:extLst>
              <a:ext uri="{FF2B5EF4-FFF2-40B4-BE49-F238E27FC236}">
                <a16:creationId xmlns:a16="http://schemas.microsoft.com/office/drawing/2014/main" id="{C2427DF6-D1CF-5123-99B3-122ED2D35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3e4d6d70bd_0_295:notes">
            <a:extLst>
              <a:ext uri="{FF2B5EF4-FFF2-40B4-BE49-F238E27FC236}">
                <a16:creationId xmlns:a16="http://schemas.microsoft.com/office/drawing/2014/main" id="{9960E43B-C880-3004-1F9F-69BF2A4485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3638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5525ED4E-3F9E-8758-8D57-DF7AA116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3e4d6d70bd_0_295:notes">
            <a:extLst>
              <a:ext uri="{FF2B5EF4-FFF2-40B4-BE49-F238E27FC236}">
                <a16:creationId xmlns:a16="http://schemas.microsoft.com/office/drawing/2014/main" id="{1915A317-852A-6115-DB18-D4D7A5D88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3e4d6d70bd_0_295:notes">
            <a:extLst>
              <a:ext uri="{FF2B5EF4-FFF2-40B4-BE49-F238E27FC236}">
                <a16:creationId xmlns:a16="http://schemas.microsoft.com/office/drawing/2014/main" id="{CFCE2043-B79F-890E-651B-BBAE94A3DE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7215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27FCEE5C-2F2D-FCCA-926B-E2C0DFAA7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3e4d6d70bd_0_295:notes">
            <a:extLst>
              <a:ext uri="{FF2B5EF4-FFF2-40B4-BE49-F238E27FC236}">
                <a16:creationId xmlns:a16="http://schemas.microsoft.com/office/drawing/2014/main" id="{DE416026-638B-F4A3-47FA-7DB928BB6F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3e4d6d70bd_0_295:notes">
            <a:extLst>
              <a:ext uri="{FF2B5EF4-FFF2-40B4-BE49-F238E27FC236}">
                <a16:creationId xmlns:a16="http://schemas.microsoft.com/office/drawing/2014/main" id="{4B30C647-A551-7678-5187-ADD8343A6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400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E2806E0B-E179-240D-932D-2123E1ABB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3e4d6d70bd_0_295:notes">
            <a:extLst>
              <a:ext uri="{FF2B5EF4-FFF2-40B4-BE49-F238E27FC236}">
                <a16:creationId xmlns:a16="http://schemas.microsoft.com/office/drawing/2014/main" id="{F47C049F-7817-2B7C-A2CF-A8E6F07074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3e4d6d70bd_0_295:notes">
            <a:extLst>
              <a:ext uri="{FF2B5EF4-FFF2-40B4-BE49-F238E27FC236}">
                <a16:creationId xmlns:a16="http://schemas.microsoft.com/office/drawing/2014/main" id="{EE22E237-0F9F-6112-597D-45092C490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1175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6FF796E8-C06E-708D-316A-3BB4A6A9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3e4d6d70bd_0_295:notes">
            <a:extLst>
              <a:ext uri="{FF2B5EF4-FFF2-40B4-BE49-F238E27FC236}">
                <a16:creationId xmlns:a16="http://schemas.microsoft.com/office/drawing/2014/main" id="{8ED6F887-3AC2-3AF5-8A77-B370C14C5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3e4d6d70bd_0_295:notes">
            <a:extLst>
              <a:ext uri="{FF2B5EF4-FFF2-40B4-BE49-F238E27FC236}">
                <a16:creationId xmlns:a16="http://schemas.microsoft.com/office/drawing/2014/main" id="{C5464CCA-B713-1337-B289-A9274ACAB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8242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6ED7-4827-A5E9-622F-88AFCE3F9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08541-23AB-A1BB-B2C3-BF2F74085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05854-0B33-EAFB-7E18-29625A8C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8FAA6-CF05-466C-30DE-9455E793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9AA74-E314-C41A-D5E6-096B3263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44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D905-B0C2-8D45-A9CA-C862DC65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11094-1CBE-B4BF-9B08-EAEC1BA2D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0376F-D909-70FB-7D89-72C2748C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7E140-6769-9591-B8C1-8F208410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BF5F6-EA62-57E2-CFF5-A3E41AC3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1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FAE4-2CBE-30B1-8D5A-F53DD7EB0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E8815-A37D-5BC3-4E71-4FD0E1EAE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EBC56-617D-DFF7-77A7-66DD9964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30D76-55DA-21AC-E8EA-4C022AF10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8A564-3A1A-CC4D-B24B-6198D47D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7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860A-AE3D-D831-D861-0AB6221CE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FCC73-400C-7133-A99D-6CBE650C7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C28D1-7B3E-24FB-F4F4-90EFD2CD4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78DB7-217D-0C9E-6350-5F9AA1C23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0AB85-4F67-5A1A-5B8A-35829FBA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950FA-ECE7-7C04-A83B-E3DE3BC0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8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262FB-30BA-A1D1-AB77-3FD1B3381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B7AB1-618B-544B-E699-E3DAE2FB3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0C2FF-1840-F5AC-94C2-DC7C567D9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8B7CE-ED7E-2E55-85E1-96B3ABA08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8481F-DBAB-879D-C35A-6D9450171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F5570-5E4F-D904-02A2-5EEFF3E6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56CC3-FBDF-4084-7131-8BB4C14E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0523B1-B0E5-D8CB-A07F-CC0161258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95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9C50-AA1E-5AFD-CB79-28EC7952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8950B-7496-B411-2F78-2574E175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2705B-4297-E077-B18C-EA5EF5C62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10302-2B7A-E418-3E7B-FD0FA35B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0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695FE-2EBE-572B-E54D-2DAE59BF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1AD27-7EDA-17D4-D03C-6B60FD14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4D85D-AE33-D888-592A-947DC0FB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3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B7231-FE9E-0166-D49D-EE39CC9A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F8515-B670-F497-F2C5-A87F8C825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3CF64-4FCA-EF5E-9BBC-468F4EDC9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838BD-4E7E-AF88-6058-F306387F7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CDEC8-FBFE-DE96-2E35-9E7E55A9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AE82B-72FD-773F-3338-E704F9EE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4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D58A-031A-AA91-998F-1E48BC34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3B1CD-351B-5A6F-F396-6EA921013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83762-5EF1-0734-ACEB-8B3C1B37D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4E47F-5D27-B3C7-E2BB-97B10085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3898B-0EB9-BFA7-5573-B0DF4266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85180-29F8-AE8E-86AA-9CA073C4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2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5C5D-392F-C4DA-D549-E601E974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3DF68-1A99-CAE4-0BF2-00F9524F9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467A-5DF1-40C6-80A5-5248A313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F77D5-9512-ED00-0783-57BBE507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A6BED-79E3-D172-4245-52A30F4C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7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861BF-C1D4-D8AA-B3BC-B5C5B9C7E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42C0B-1D80-5215-1E9F-4DB538247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DDC7D-2AE4-F71A-5635-8EA0F02D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C2FA0-87E4-7BD0-01B5-0DB9D9B3B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6D92-E574-CF5A-EE63-2ACBC3F1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88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6599817" y="900"/>
            <a:ext cx="22144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oogle Shape;10;p2"/>
          <p:cNvSpPr>
            <a:spLocks noGrp="1"/>
          </p:cNvSpPr>
          <p:nvPr>
            <p:ph type="pic" idx="3"/>
          </p:nvPr>
        </p:nvSpPr>
        <p:spPr>
          <a:xfrm>
            <a:off x="8767867" y="900"/>
            <a:ext cx="3428000" cy="342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865167" y="1516100"/>
            <a:ext cx="5618000" cy="325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800" b="1">
                <a:latin typeface="Sofia Sans Semi Condensed"/>
                <a:ea typeface="Sofia Sans Semi Condensed"/>
                <a:cs typeface="Sofia Sans Semi Condensed"/>
                <a:sym typeface="Sofia Sans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5167" y="5179667"/>
            <a:ext cx="3023200" cy="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0385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>
            <a:spLocks noGrp="1"/>
          </p:cNvSpPr>
          <p:nvPr>
            <p:ph type="pic" idx="2"/>
          </p:nvPr>
        </p:nvSpPr>
        <p:spPr>
          <a:xfrm>
            <a:off x="9747117" y="0"/>
            <a:ext cx="2444800" cy="4581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Google Shape;128;p23"/>
          <p:cNvSpPr>
            <a:spLocks noGrp="1"/>
          </p:cNvSpPr>
          <p:nvPr>
            <p:ph type="pic" idx="3"/>
          </p:nvPr>
        </p:nvSpPr>
        <p:spPr>
          <a:xfrm>
            <a:off x="7302233" y="484"/>
            <a:ext cx="2444800" cy="458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Google Shape;129;p23"/>
          <p:cNvSpPr txBox="1">
            <a:spLocks noGrp="1"/>
          </p:cNvSpPr>
          <p:nvPr>
            <p:ph type="ctrTitle"/>
          </p:nvPr>
        </p:nvSpPr>
        <p:spPr>
          <a:xfrm>
            <a:off x="954067" y="920733"/>
            <a:ext cx="6012000" cy="13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Sofia Sans Semi Condensed"/>
                <a:ea typeface="Sofia Sans Semi Condensed"/>
                <a:cs typeface="Sofia Sans Semi Condensed"/>
                <a:sym typeface="Sofia Sans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ubTitle" idx="1"/>
          </p:nvPr>
        </p:nvSpPr>
        <p:spPr>
          <a:xfrm>
            <a:off x="954067" y="2148333"/>
            <a:ext cx="6012000" cy="10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273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11EB0-AC1C-0AE6-800F-DD61CE6D5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441C4-7109-882F-0808-1A1888733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28CB-C032-6CA7-71F0-DF9344E1D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C5A94-FCA0-144A-934B-5DB4A9F3122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BC89E-75CD-E34E-C06F-37BED29D1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57FD4-7DBC-F086-4C8C-8CE1231EE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CE3D6-2E1D-FC49-877B-F0B47D8D7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ctrTitle"/>
          </p:nvPr>
        </p:nvSpPr>
        <p:spPr>
          <a:xfrm>
            <a:off x="865165" y="2825084"/>
            <a:ext cx="10397345" cy="190337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600" b="0" dirty="0">
                <a:latin typeface="Lato Light" panose="020F03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Summer Internship </a:t>
            </a:r>
            <a:endParaRPr lang="en-GB" sz="3600" b="0" u="none" strike="noStrike" dirty="0">
              <a:solidFill>
                <a:srgbClr val="000000"/>
              </a:solidFill>
              <a:effectLst/>
              <a:latin typeface="Lato Light" panose="020F0302020204030203" pitchFamily="34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1" name="Google Shape;151;p29"/>
          <p:cNvSpPr txBox="1">
            <a:spLocks noGrp="1"/>
          </p:cNvSpPr>
          <p:nvPr>
            <p:ph type="subTitle" idx="1"/>
          </p:nvPr>
        </p:nvSpPr>
        <p:spPr>
          <a:xfrm>
            <a:off x="865165" y="5143596"/>
            <a:ext cx="3023200" cy="960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400" dirty="0" err="1">
                <a:latin typeface="Lato Light" panose="020F03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Naimur</a:t>
            </a:r>
            <a:r>
              <a:rPr lang="en" sz="2400" dirty="0">
                <a:latin typeface="Lato Light" panose="020F03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 Rahman</a:t>
            </a:r>
            <a:endParaRPr sz="2400" dirty="0">
              <a:latin typeface="Lato Light" panose="020F0302020204030203" pitchFamily="34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153" name="Google Shape;153;p29"/>
          <p:cNvCxnSpPr>
            <a:cxnSpLocks/>
          </p:cNvCxnSpPr>
          <p:nvPr/>
        </p:nvCxnSpPr>
        <p:spPr>
          <a:xfrm rot="10800000">
            <a:off x="11064433" y="5806200"/>
            <a:ext cx="1146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554FEBB-74A2-C1A8-5909-4A1E85EBE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15" y="2330333"/>
            <a:ext cx="1253061" cy="1419344"/>
          </a:xfrm>
          <a:prstGeom prst="roundRect">
            <a:avLst>
              <a:gd name="adj" fmla="val 11326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>
          <a:extLst>
            <a:ext uri="{FF2B5EF4-FFF2-40B4-BE49-F238E27FC236}">
              <a16:creationId xmlns:a16="http://schemas.microsoft.com/office/drawing/2014/main" id="{2808D8FC-D1F7-0B60-668B-5DAA816A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rectangles&#10;&#10;AI-generated content may be incorrect.">
            <a:extLst>
              <a:ext uri="{FF2B5EF4-FFF2-40B4-BE49-F238E27FC236}">
                <a16:creationId xmlns:a16="http://schemas.microsoft.com/office/drawing/2014/main" id="{9B12158A-C7E9-8808-317D-BA271D71D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570" y="2194422"/>
            <a:ext cx="5240700" cy="2707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AD005F-D7AF-2FBC-C4BD-1C51096FF59D}"/>
              </a:ext>
            </a:extLst>
          </p:cNvPr>
          <p:cNvSpPr txBox="1"/>
          <p:nvPr/>
        </p:nvSpPr>
        <p:spPr>
          <a:xfrm>
            <a:off x="9636981" y="2679589"/>
            <a:ext cx="1590261" cy="213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Lato" panose="020F0502020204030203" pitchFamily="34" charset="77"/>
              </a:rPr>
              <a:t>Cosine, Euclidian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Lato" panose="020F0502020204030203" pitchFamily="34" charset="77"/>
              </a:rPr>
              <a:t>Alignment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latin typeface="Lato" panose="020F0502020204030203" pitchFamily="34" charset="77"/>
              </a:rPr>
              <a:t>ResNet</a:t>
            </a:r>
            <a:r>
              <a:rPr lang="en-US" sz="1000" dirty="0">
                <a:latin typeface="Lato" panose="020F0502020204030203" pitchFamily="34" charset="77"/>
              </a:rPr>
              <a:t>, Qwen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Lato" panose="020F0502020204030203" pitchFamily="34" charset="77"/>
              </a:rPr>
              <a:t>Fine to Coarse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Lato" panose="020F0502020204030203" pitchFamily="34" charset="77"/>
              </a:rPr>
              <a:t>Feature Extraction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Lato" panose="020F0502020204030203" pitchFamily="34" charset="77"/>
              </a:rPr>
              <a:t>Stable Diffusion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Lato" panose="020F0502020204030203" pitchFamily="34" charset="77"/>
              </a:rPr>
              <a:t>Flux Schnell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Lato" panose="020F0502020204030203" pitchFamily="34" charset="77"/>
              </a:rPr>
              <a:t>Lora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Lato" panose="020F0502020204030203" pitchFamily="34" charset="77"/>
              </a:rPr>
              <a:t>TTA</a:t>
            </a:r>
          </a:p>
        </p:txBody>
      </p:sp>
    </p:spTree>
    <p:extLst>
      <p:ext uri="{BB962C8B-B14F-4D97-AF65-F5344CB8AC3E}">
        <p14:creationId xmlns:p14="http://schemas.microsoft.com/office/powerpoint/2010/main" val="2439938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>
          <a:extLst>
            <a:ext uri="{FF2B5EF4-FFF2-40B4-BE49-F238E27FC236}">
              <a16:creationId xmlns:a16="http://schemas.microsoft.com/office/drawing/2014/main" id="{15A318FB-A928-91E3-0D2A-1A7166D9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0EF80D93-518A-1D66-6F6D-25F1AE4ED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085" y="2730500"/>
            <a:ext cx="2641600" cy="1397000"/>
          </a:xfrm>
          <a:prstGeom prst="rect">
            <a:avLst/>
          </a:prstGeom>
        </p:spPr>
      </p:pic>
      <p:pic>
        <p:nvPicPr>
          <p:cNvPr id="8" name="Picture 7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C0408736-A785-ED2F-50A1-1E1D527E2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615" y="1946047"/>
            <a:ext cx="6328708" cy="285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8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>
          <a:extLst>
            <a:ext uri="{FF2B5EF4-FFF2-40B4-BE49-F238E27FC236}">
              <a16:creationId xmlns:a16="http://schemas.microsoft.com/office/drawing/2014/main" id="{2D4AA5DF-78E8-D7D8-13BF-A38B4457C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images of different colors&#10;&#10;AI-generated content may be incorrect.">
            <a:extLst>
              <a:ext uri="{FF2B5EF4-FFF2-40B4-BE49-F238E27FC236}">
                <a16:creationId xmlns:a16="http://schemas.microsoft.com/office/drawing/2014/main" id="{970773D6-2977-4483-CCDA-03E127887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807" y="174171"/>
            <a:ext cx="4455941" cy="650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630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>
          <a:extLst>
            <a:ext uri="{FF2B5EF4-FFF2-40B4-BE49-F238E27FC236}">
              <a16:creationId xmlns:a16="http://schemas.microsoft.com/office/drawing/2014/main" id="{581016B8-5B92-9A9F-3504-23E0615E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bars&#10;&#10;AI-generated content may be incorrect.">
            <a:extLst>
              <a:ext uri="{FF2B5EF4-FFF2-40B4-BE49-F238E27FC236}">
                <a16:creationId xmlns:a16="http://schemas.microsoft.com/office/drawing/2014/main" id="{1AD7DBB8-7CEF-DC0D-6066-041AD75E9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379" y="1765300"/>
            <a:ext cx="4813300" cy="3327400"/>
          </a:xfrm>
          <a:prstGeom prst="rect">
            <a:avLst/>
          </a:prstGeom>
        </p:spPr>
      </p:pic>
      <p:pic>
        <p:nvPicPr>
          <p:cNvPr id="5" name="Picture 4" descr="A diagram of a memory patch&#10;&#10;AI-generated content may be incorrect.">
            <a:extLst>
              <a:ext uri="{FF2B5EF4-FFF2-40B4-BE49-F238E27FC236}">
                <a16:creationId xmlns:a16="http://schemas.microsoft.com/office/drawing/2014/main" id="{BCC0E322-3FD3-D1C8-3E0A-5DA1842C6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423" y="1524000"/>
            <a:ext cx="508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6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>
          <a:extLst>
            <a:ext uri="{FF2B5EF4-FFF2-40B4-BE49-F238E27FC236}">
              <a16:creationId xmlns:a16="http://schemas.microsoft.com/office/drawing/2014/main" id="{0ED1BFB3-6734-BADE-2D82-8472FD06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different colored bars&#10;&#10;AI-generated content may be incorrect.">
            <a:extLst>
              <a:ext uri="{FF2B5EF4-FFF2-40B4-BE49-F238E27FC236}">
                <a16:creationId xmlns:a16="http://schemas.microsoft.com/office/drawing/2014/main" id="{1CFD61E0-B1B7-6943-D3EB-6058E98BB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177" y="1656301"/>
            <a:ext cx="5805645" cy="401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3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10393</TotalTime>
  <Words>22</Words>
  <Application>Microsoft Macintosh PowerPoint</Application>
  <PresentationFormat>Widescreen</PresentationFormat>
  <Paragraphs>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Lato Light</vt:lpstr>
      <vt:lpstr>Manrope</vt:lpstr>
      <vt:lpstr>Sofia Sans Semi Condensed</vt:lpstr>
      <vt:lpstr>Office Theme</vt:lpstr>
      <vt:lpstr>Summer Internship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Engineering Report Generator Using Generative AI </dc:title>
  <dc:creator>Naimur Rahman</dc:creator>
  <cp:lastModifiedBy>Naimur Rahman</cp:lastModifiedBy>
  <cp:revision>58</cp:revision>
  <dcterms:created xsi:type="dcterms:W3CDTF">2024-11-19T14:58:12Z</dcterms:created>
  <dcterms:modified xsi:type="dcterms:W3CDTF">2026-03-11T23:50:12Z</dcterms:modified>
</cp:coreProperties>
</file>